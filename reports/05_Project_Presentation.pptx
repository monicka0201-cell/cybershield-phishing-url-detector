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URL Detection System</a:t>
            </a:r>
          </a:p>
          <a:p>
            <a:r>
              <a:t>Cybersecurity Student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Deceptive URLs can trick users</a:t>
            </a:r>
          </a:p>
          <a:p>
            <a:r>
              <a:t>• Users need a simple pre-visit warning mechanism</a:t>
            </a:r>
          </a:p>
          <a:p>
            <a:r>
              <a:t>• Goal: classify URLs and explain suspicious indicators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Accept URL input</a:t>
            </a:r>
          </a:p>
          <a:p>
            <a:r>
              <a:t>• Extract meaningful URL features</a:t>
            </a:r>
          </a:p>
          <a:p>
            <a:r>
              <a:t>• Calculate transparent risk score</a:t>
            </a:r>
          </a:p>
          <a:p>
            <a:r>
              <a:t>• Classify Legitimate / Suspicious / Phishing</a:t>
            </a:r>
          </a:p>
          <a:p>
            <a:r>
              <a:t>• Explain the decision</a:t>
            </a:r>
          </a:p>
          <a:p>
            <a:r>
              <a:t>• Test with labelled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Browser/reputation-based protection</a:t>
            </a:r>
          </a:p>
          <a:p>
            <a:r>
              <a:t>• Machine-learning and webpage-analysis approaches</a:t>
            </a:r>
          </a:p>
          <a:p>
            <a:r>
              <a:t>• Can require large datasets or external services</a:t>
            </a:r>
          </a:p>
          <a:p>
            <a:r>
              <a:t>• CyberShield focuses on transparent local URL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URL → Normalize → Parse → Feature Extraction → Risk Rules → Score → Classification →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/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</a:t>
            </a:r>
          </a:p>
          <a:p>
            <a:r>
              <a:t>↓</a:t>
            </a:r>
          </a:p>
          <a:p>
            <a:r>
              <a:t>URL Normalizer</a:t>
            </a:r>
          </a:p>
          <a:p>
            <a:r>
              <a:t>↓</a:t>
            </a:r>
          </a:p>
          <a:p>
            <a:r>
              <a:t>Feature Extractor</a:t>
            </a:r>
          </a:p>
          <a:p>
            <a:r>
              <a:t>↓</a:t>
            </a:r>
          </a:p>
          <a:p>
            <a:r>
              <a:t>Rule-Based Risk Engine</a:t>
            </a:r>
          </a:p>
          <a:p>
            <a:r>
              <a:t>↓</a:t>
            </a:r>
          </a:p>
          <a:p>
            <a:r>
              <a:t>Classification + Reasons</a:t>
            </a:r>
          </a:p>
          <a:p>
            <a:r>
              <a:t>↓</a:t>
            </a:r>
          </a:p>
          <a:p>
            <a:r>
              <a:t>Results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3.10+</a:t>
            </a:r>
          </a:p>
          <a:p>
            <a:r>
              <a:t>Streamlit</a:t>
            </a:r>
          </a:p>
          <a:p>
            <a:r>
              <a:t>pandas</a:t>
            </a:r>
          </a:p>
          <a:p>
            <a:r>
              <a:t>scikit-learn</a:t>
            </a:r>
          </a:p>
          <a:p>
            <a:r>
              <a:t>Python standard library: urllib.parse, ipaddress, 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r>
              <a:t>• HTTPS usage</a:t>
            </a:r>
          </a:p>
          <a:p>
            <a:r>
              <a:t>• IP address host</a:t>
            </a:r>
          </a:p>
          <a:p>
            <a:r>
              <a:t>• @ symbol</a:t>
            </a:r>
          </a:p>
          <a:p>
            <a:r>
              <a:t>• URL length</a:t>
            </a:r>
          </a:p>
          <a:p>
            <a:r>
              <a:t>• Subdomains</a:t>
            </a:r>
          </a:p>
          <a:p>
            <a:r>
              <a:t>• Suspicious keywords</a:t>
            </a:r>
          </a:p>
          <a:p>
            <a:r>
              <a:t>• Special characters</a:t>
            </a:r>
          </a:p>
          <a:p>
            <a:r>
              <a:t>• Shortener domains</a:t>
            </a:r>
          </a:p>
          <a:p>
            <a:r>
              <a:t>• Punycode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dataset: 120 URLs</a:t>
            </a:r>
          </a:p>
          <a:p>
            <a:r>
              <a:t>Accuracy: 1.000</a:t>
            </a:r>
          </a:p>
          <a:p>
            <a:r>
              <a:t>Precision: 1.000</a:t>
            </a:r>
          </a:p>
          <a:p>
            <a:r>
              <a:t>Recall: 1.000</a:t>
            </a:r>
          </a:p>
          <a:p>
            <a:r>
              <a:t>F1-score: 1.000</a:t>
            </a:r>
          </a:p>
          <a:p/>
          <a:p>
            <a:r>
              <a:t>Binary security-flag evaluation; synthetic data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 rule-based errors, synthetic data, no webpage/DNS/reputation inspection.</a:t>
            </a:r>
          </a:p>
          <a:p/>
          <a:p>
            <a:r>
              <a:t>Future: real labelled dataset, explainable ML, batch analysis, offline threat intelligence.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CyberShield provides a demonstrable, explainable defensive URL-analysis system with testing, documentation and a Streamlit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demo:</a:t>
            </a:r>
          </a:p>
          <a:p>
            <a:r>
              <a:t>1. Run streamlit run app.py</a:t>
            </a:r>
          </a:p>
          <a:p>
            <a:r>
              <a:t>2. Enter a safe sample URL</a:t>
            </a:r>
          </a:p>
          <a:p>
            <a:r>
              <a:t>3. Show risk score, reasons and features</a:t>
            </a:r>
          </a:p>
          <a:p>
            <a:r>
              <a:t>4. Run the test 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